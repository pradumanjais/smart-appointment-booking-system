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1810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04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01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0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60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0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9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93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8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82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5666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52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0419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5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00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321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7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1543665"/>
            <a:ext cx="5826719" cy="2507171"/>
          </a:xfrm>
        </p:spPr>
        <p:txBody>
          <a:bodyPr/>
          <a:lstStyle/>
          <a:p>
            <a:r>
              <a:rPr dirty="0"/>
              <a:t>SMART APPOINTMENT BOOKING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6115779" cy="2123824"/>
          </a:xfrm>
        </p:spPr>
        <p:txBody>
          <a:bodyPr>
            <a:normAutofit/>
          </a:bodyPr>
          <a:lstStyle/>
          <a:p>
            <a:r>
              <a:rPr dirty="0"/>
              <a:t>Service-Oriented Architecture (SOA)</a:t>
            </a:r>
          </a:p>
          <a:p>
            <a:r>
              <a:rPr dirty="0"/>
              <a:t>School of Computer &amp; System Sciences (SC&amp;SS), JNU</a:t>
            </a:r>
          </a:p>
          <a:p>
            <a:endParaRPr lang="en-IN" dirty="0"/>
          </a:p>
          <a:p>
            <a:r>
              <a:rPr lang="en-IN" dirty="0"/>
              <a:t>Presented by     </a:t>
            </a:r>
          </a:p>
          <a:p>
            <a:r>
              <a:rPr dirty="0"/>
              <a:t>Praduman Jaiswal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951407" cy="3365139"/>
          </a:xfrm>
        </p:spPr>
        <p:txBody>
          <a:bodyPr/>
          <a:lstStyle/>
          <a:p>
            <a:r>
              <a:rPr dirty="0"/>
              <a:t>• Web-based appointment</a:t>
            </a:r>
            <a:r>
              <a:rPr lang="en-IN" dirty="0"/>
              <a:t> booking</a:t>
            </a:r>
            <a:r>
              <a:rPr dirty="0"/>
              <a:t> </a:t>
            </a:r>
            <a:r>
              <a:rPr lang="en-IN" dirty="0"/>
              <a:t>application</a:t>
            </a:r>
            <a:endParaRPr dirty="0"/>
          </a:p>
          <a:p>
            <a:r>
              <a:rPr dirty="0"/>
              <a:t>• Eliminates manual booking</a:t>
            </a:r>
          </a:p>
          <a:p>
            <a:r>
              <a:rPr dirty="0"/>
              <a:t>• Provides real-time scheduling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booking is slow</a:t>
            </a:r>
          </a:p>
          <a:p>
            <a:r>
              <a:t>• Scheduling conflicts</a:t>
            </a:r>
          </a:p>
          <a:p>
            <a:r>
              <a:t>• No real-time availability</a:t>
            </a:r>
          </a:p>
          <a:p>
            <a:r>
              <a:t>• Poor user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Build online</a:t>
            </a:r>
            <a:r>
              <a:rPr lang="en-IN" dirty="0"/>
              <a:t> appointment</a:t>
            </a:r>
            <a:r>
              <a:rPr dirty="0"/>
              <a:t> booking system</a:t>
            </a:r>
          </a:p>
          <a:p>
            <a:r>
              <a:rPr dirty="0"/>
              <a:t>• Reduce manual work</a:t>
            </a:r>
          </a:p>
          <a:p>
            <a:r>
              <a:rPr dirty="0"/>
              <a:t>• Implement SOA</a:t>
            </a:r>
          </a:p>
          <a:p>
            <a:r>
              <a:rPr dirty="0"/>
              <a:t>• Improve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(SOA)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 (React)</a:t>
            </a:r>
          </a:p>
          <a:p>
            <a:r>
              <a:t>• API Gateway</a:t>
            </a:r>
          </a:p>
          <a:p>
            <a:r>
              <a:t>• Auth, Provider, Booking, Payment, Notification services</a:t>
            </a:r>
          </a:p>
          <a:p>
            <a:r>
              <a:t>• REST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Module</a:t>
            </a:r>
          </a:p>
          <a:p>
            <a:r>
              <a:t>• Provider Module</a:t>
            </a:r>
          </a:p>
          <a:p>
            <a:r>
              <a:t>• Booking Module</a:t>
            </a:r>
          </a:p>
          <a:p>
            <a:r>
              <a:t>• Payment Module</a:t>
            </a:r>
          </a:p>
          <a:p>
            <a:r>
              <a:t>• Notification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React.js</a:t>
            </a:r>
          </a:p>
          <a:p>
            <a:r>
              <a:t>• Backend: Node.js</a:t>
            </a:r>
          </a:p>
          <a:p>
            <a:r>
              <a:t>• Database: MongoDB</a:t>
            </a:r>
          </a:p>
          <a:p>
            <a:r>
              <a:t>• APIs: 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Login/Register</a:t>
            </a:r>
          </a:p>
          <a:p>
            <a:r>
              <a:t>• Search provider</a:t>
            </a:r>
          </a:p>
          <a:p>
            <a:r>
              <a:t>• Select slot</a:t>
            </a:r>
          </a:p>
          <a:p>
            <a:r>
              <a:t>• Book appointment</a:t>
            </a:r>
          </a:p>
          <a:p>
            <a:r>
              <a:t>• Notification sent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Saves time</a:t>
            </a:r>
          </a:p>
          <a:p>
            <a:r>
              <a:t>• Prevents double booking</a:t>
            </a:r>
          </a:p>
          <a:p>
            <a:r>
              <a:t>• Scalable</a:t>
            </a:r>
          </a:p>
          <a:p>
            <a:r>
              <a:t>• User friendly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Efficient SOA-based system</a:t>
            </a:r>
          </a:p>
          <a:p>
            <a:r>
              <a:rPr dirty="0"/>
              <a:t>• Scalable and modular</a:t>
            </a:r>
          </a:p>
          <a:p>
            <a:r>
              <a:rPr dirty="0"/>
              <a:t>• Suitable for real-world use</a:t>
            </a:r>
            <a:endParaRPr lang="en-IN" dirty="0"/>
          </a:p>
          <a:p>
            <a:endParaRPr lang="en-IN" dirty="0"/>
          </a:p>
          <a:p>
            <a:r>
              <a:rPr lang="en-IN" dirty="0"/>
              <a:t>Future:</a:t>
            </a:r>
          </a:p>
          <a:p>
            <a:r>
              <a:rPr lang="en-IN" dirty="0"/>
              <a:t>• Mobile app</a:t>
            </a:r>
          </a:p>
          <a:p>
            <a:r>
              <a:rPr lang="en-IN" dirty="0"/>
              <a:t>• AI recommendations</a:t>
            </a:r>
          </a:p>
          <a:p>
            <a:r>
              <a:rPr lang="en-IN" dirty="0"/>
              <a:t>• Calendar integration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6714-0D98-FBC1-E99B-EE82813B4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5300" dirty="0"/>
              <a:t>           Thank You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1488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204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SMART APPOINTMENT BOOKING SYSTEM</vt:lpstr>
      <vt:lpstr>Introduction</vt:lpstr>
      <vt:lpstr>Problem Statement</vt:lpstr>
      <vt:lpstr>Objectives</vt:lpstr>
      <vt:lpstr>System Architecture (SOA)</vt:lpstr>
      <vt:lpstr>Modules</vt:lpstr>
      <vt:lpstr>Technology Stack</vt:lpstr>
      <vt:lpstr>Working Flow</vt:lpstr>
      <vt:lpstr>Advantages</vt:lpstr>
      <vt:lpstr>Conclusion</vt:lpstr>
      <vt:lpstr>                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Praduman Jaiswal</cp:lastModifiedBy>
  <cp:revision>3</cp:revision>
  <dcterms:created xsi:type="dcterms:W3CDTF">2013-01-27T09:14:16Z</dcterms:created>
  <dcterms:modified xsi:type="dcterms:W3CDTF">2026-04-05T11:47:40Z</dcterms:modified>
  <cp:category/>
</cp:coreProperties>
</file>